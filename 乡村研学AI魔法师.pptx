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8" d="100"/>
          <a:sy n="68" d="100"/>
        </p:scale>
        <p:origin x="88" y="3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矩形: 圆角 2">
            <a:extLst>
              <a:ext uri="{FF2B5EF4-FFF2-40B4-BE49-F238E27FC236}">
                <a16:creationId xmlns:a16="http://schemas.microsoft.com/office/drawing/2014/main" id="{CE3B9904-BF32-8FBD-7A8E-1946C1CC102E}"/>
              </a:ext>
            </a:extLst>
          </p:cNvPr>
          <p:cNvSpPr/>
          <p:nvPr/>
        </p:nvSpPr>
        <p:spPr>
          <a:xfrm>
            <a:off x="14909800" y="8763000"/>
            <a:ext cx="1295400" cy="342900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矩形: 圆角 2">
            <a:extLst>
              <a:ext uri="{FF2B5EF4-FFF2-40B4-BE49-F238E27FC236}">
                <a16:creationId xmlns:a16="http://schemas.microsoft.com/office/drawing/2014/main" id="{1C192B63-C870-4DB3-0FCA-96396227F971}"/>
              </a:ext>
            </a:extLst>
          </p:cNvPr>
          <p:cNvSpPr/>
          <p:nvPr/>
        </p:nvSpPr>
        <p:spPr>
          <a:xfrm>
            <a:off x="14909800" y="8763000"/>
            <a:ext cx="1295400" cy="342900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矩形: 圆角 2">
            <a:extLst>
              <a:ext uri="{FF2B5EF4-FFF2-40B4-BE49-F238E27FC236}">
                <a16:creationId xmlns:a16="http://schemas.microsoft.com/office/drawing/2014/main" id="{8318A1ED-C5C0-BD19-2978-DB311E287830}"/>
              </a:ext>
            </a:extLst>
          </p:cNvPr>
          <p:cNvSpPr/>
          <p:nvPr/>
        </p:nvSpPr>
        <p:spPr>
          <a:xfrm>
            <a:off x="14909800" y="8763000"/>
            <a:ext cx="1295400" cy="342900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矩形: 圆角 2">
            <a:extLst>
              <a:ext uri="{FF2B5EF4-FFF2-40B4-BE49-F238E27FC236}">
                <a16:creationId xmlns:a16="http://schemas.microsoft.com/office/drawing/2014/main" id="{E444985E-3A9F-EBCE-D14E-502E10B37CD1}"/>
              </a:ext>
            </a:extLst>
          </p:cNvPr>
          <p:cNvSpPr/>
          <p:nvPr/>
        </p:nvSpPr>
        <p:spPr>
          <a:xfrm>
            <a:off x="14909800" y="8763000"/>
            <a:ext cx="1295400" cy="342900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矩形: 圆角 2">
            <a:extLst>
              <a:ext uri="{FF2B5EF4-FFF2-40B4-BE49-F238E27FC236}">
                <a16:creationId xmlns:a16="http://schemas.microsoft.com/office/drawing/2014/main" id="{E263C298-3DAD-D554-0E09-4F9E17A8BA0B}"/>
              </a:ext>
            </a:extLst>
          </p:cNvPr>
          <p:cNvSpPr/>
          <p:nvPr/>
        </p:nvSpPr>
        <p:spPr>
          <a:xfrm>
            <a:off x="14909800" y="8763000"/>
            <a:ext cx="1295400" cy="342900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矩形: 圆角 2">
            <a:extLst>
              <a:ext uri="{FF2B5EF4-FFF2-40B4-BE49-F238E27FC236}">
                <a16:creationId xmlns:a16="http://schemas.microsoft.com/office/drawing/2014/main" id="{DB32FC29-5E8D-35F6-1DA6-118397874C54}"/>
              </a:ext>
            </a:extLst>
          </p:cNvPr>
          <p:cNvSpPr/>
          <p:nvPr/>
        </p:nvSpPr>
        <p:spPr>
          <a:xfrm>
            <a:off x="14909800" y="8763000"/>
            <a:ext cx="1295400" cy="342900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矩形: 圆角 2">
            <a:extLst>
              <a:ext uri="{FF2B5EF4-FFF2-40B4-BE49-F238E27FC236}">
                <a16:creationId xmlns:a16="http://schemas.microsoft.com/office/drawing/2014/main" id="{4C790FA2-D64A-A529-C1AE-163FFF5EF7EC}"/>
              </a:ext>
            </a:extLst>
          </p:cNvPr>
          <p:cNvSpPr/>
          <p:nvPr/>
        </p:nvSpPr>
        <p:spPr>
          <a:xfrm>
            <a:off x="14909800" y="8763000"/>
            <a:ext cx="1295400" cy="342900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矩形: 圆角 2">
            <a:extLst>
              <a:ext uri="{FF2B5EF4-FFF2-40B4-BE49-F238E27FC236}">
                <a16:creationId xmlns:a16="http://schemas.microsoft.com/office/drawing/2014/main" id="{7BC56282-992B-AD0D-A80B-4D67B47AEE56}"/>
              </a:ext>
            </a:extLst>
          </p:cNvPr>
          <p:cNvSpPr/>
          <p:nvPr/>
        </p:nvSpPr>
        <p:spPr>
          <a:xfrm>
            <a:off x="14909800" y="8763000"/>
            <a:ext cx="1295400" cy="342900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矩形: 圆角 2">
            <a:extLst>
              <a:ext uri="{FF2B5EF4-FFF2-40B4-BE49-F238E27FC236}">
                <a16:creationId xmlns:a16="http://schemas.microsoft.com/office/drawing/2014/main" id="{27084292-6866-4CFF-D01E-7DF308F725F1}"/>
              </a:ext>
            </a:extLst>
          </p:cNvPr>
          <p:cNvSpPr/>
          <p:nvPr/>
        </p:nvSpPr>
        <p:spPr>
          <a:xfrm>
            <a:off x="14909800" y="8763000"/>
            <a:ext cx="1295400" cy="342900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矩形: 圆角 2">
            <a:extLst>
              <a:ext uri="{FF2B5EF4-FFF2-40B4-BE49-F238E27FC236}">
                <a16:creationId xmlns:a16="http://schemas.microsoft.com/office/drawing/2014/main" id="{604E2878-EF02-BAF9-5949-224F13CC2F6F}"/>
              </a:ext>
            </a:extLst>
          </p:cNvPr>
          <p:cNvSpPr/>
          <p:nvPr/>
        </p:nvSpPr>
        <p:spPr>
          <a:xfrm>
            <a:off x="14909800" y="8763000"/>
            <a:ext cx="1295400" cy="342900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矩形: 圆角 2">
            <a:extLst>
              <a:ext uri="{FF2B5EF4-FFF2-40B4-BE49-F238E27FC236}">
                <a16:creationId xmlns:a16="http://schemas.microsoft.com/office/drawing/2014/main" id="{CFCFCFF9-56BF-E1F3-F91E-07479CCA1CFF}"/>
              </a:ext>
            </a:extLst>
          </p:cNvPr>
          <p:cNvSpPr/>
          <p:nvPr/>
        </p:nvSpPr>
        <p:spPr>
          <a:xfrm>
            <a:off x="14909800" y="8763000"/>
            <a:ext cx="1295400" cy="342900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自定义</PresentationFormat>
  <Paragraphs>0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william chen</cp:lastModifiedBy>
  <cp:revision>2</cp:revision>
  <dcterms:created xsi:type="dcterms:W3CDTF">2006-08-16T00:00:00Z</dcterms:created>
  <dcterms:modified xsi:type="dcterms:W3CDTF">2026-05-23T17:07:57Z</dcterms:modified>
</cp:coreProperties>
</file>